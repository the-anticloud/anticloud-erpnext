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https://github.com/frappe/erpnext (GPL3 / MIT modules)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