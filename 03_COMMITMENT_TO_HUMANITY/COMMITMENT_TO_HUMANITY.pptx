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ERPNEXT | Category: SUPERMARKETS</a:t>
            </a:r>
          </a:p>
          <a:p>
            <a:r>
              <a:rPr sz="1400"/>
              <a:t>Upstream: https://github.com/frappe/erpnext (GPL3 / MIT modules)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ERPNEXT.</a:t>
            </a:r>
          </a:p>
          <a:p>
            <a:r>
              <a:rPr sz="1400"/>
              <a:t>Full ERP with retail/POS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ERPNEXT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