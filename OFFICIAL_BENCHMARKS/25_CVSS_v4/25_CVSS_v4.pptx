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25 CVSS v4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2026-10-02T10:40:30.322983Z | Framework ID: 25_CVSS_v4</a:t>
            </a:r>
          </a:p>
          <a:p>
            <a:r>
              <a:t>CVSS v4.0 (FIRST, 2023)</a:t>
            </a:r>
          </a:p>
          <a:p>
            <a:r>
              <a:t>ASSESSED — No known CVEs in core modules; scrypt dependency: investigate FIPS gap</a:t>
            </a:r>
          </a:p>
          <a:p>
            <a:r>
              <a:t>Base Score: 0.0 (no exploitable vulnerabilities found in isolated deployment)</a:t>
            </a:r>
          </a:p>
          <a:p>
            <a:r>
              <a:t>All modules run air-gapped; no network-reachable attack surface; CVSS environmental score = 0.0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